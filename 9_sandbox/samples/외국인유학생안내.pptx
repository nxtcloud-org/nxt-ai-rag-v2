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외국인 유학생 생활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국제협력과</a:t>
            </a:r>
          </a:p>
          <a:p>
            <a:r>
              <a:rPr sz="1700"/>
              <a:t>※ AI 리터러시 교육 실습용 가상 자료입니다. 실제 기관·인물과 무관합니다.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체류 자격(비자)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D-2 유학 비자는 만료 4주 전까지 연장 신청해야 합니다.</a:t>
            </a:r>
          </a:p>
          <a:p>
            <a:r>
              <a:rPr sz="1700"/>
              <a:t>연장 신청 서류: 여권, 외국인등록증, 재학증명서, 성적증명서, 재정입증서류</a:t>
            </a:r>
          </a:p>
          <a:p>
            <a:r>
              <a:rPr sz="1700"/>
              <a:t>출입국사무소 방문 예약은 국제협력과에서 대행을 지원합니다.</a:t>
            </a:r>
          </a:p>
          <a:p>
            <a:r>
              <a:rPr sz="1700"/>
              <a:t>학기 중 통산 30일 이상 출국 시 사전에 국제협력과에 신고해야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기숙사와 건강보험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기숙사 신청은 매 학기 종료 4주 전 포털에서 접수합니다.</a:t>
            </a:r>
          </a:p>
          <a:p>
            <a:r>
              <a:rPr sz="1700"/>
              <a:t>외국인 유학생은 입국 후 국민건강보험에 당연 가입되며, 보험료 미납 시 비자 연장이 제한될 수 있습니다.</a:t>
            </a:r>
          </a:p>
          <a:p>
            <a:r>
              <a:rPr sz="1700"/>
              <a:t>지역가입 보험료는 유학생 감면이 적용되어 월 약 7만 원 수준입니다.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생활 지원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/>
              <a:t>은행 계좌 개설: 여권과 외국인등록증 지참, 캠퍼스 내 은행 지점 이용 가능</a:t>
            </a:r>
          </a:p>
          <a:p>
            <a:r>
              <a:rPr sz="1700"/>
              <a:t>한국어 도우미 프로그램: 학기 초 국제협력과 공지로 모집</a:t>
            </a:r>
          </a:p>
          <a:p>
            <a:r>
              <a:rPr sz="1700"/>
              <a:t>상담 창구: 국제협력과(내선 0274), 영어·중국어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